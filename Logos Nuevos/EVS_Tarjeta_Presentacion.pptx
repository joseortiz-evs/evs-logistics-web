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400800" cy="3657600"/>
  <p:notesSz cx="3657600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4008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3657600"/>
          </a:xfrm>
          <a:prstGeom prst="rect">
            <a:avLst/>
          </a:prstGeom>
          <a:solidFill>
            <a:srgbClr val="0F1C2E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400800" cy="457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365760"/>
            <a:ext cx="228600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COMPLETO]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65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[CARGO / PUESTO]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2194560"/>
            <a:ext cx="18288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✉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[correo@evslogist.com]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26974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📱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[+52 (55) XXXX-XXXX]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5760" y="3017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www.evslogist.com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0" r="0" t="0" b="0"/>
          <a:stretch/>
        </p:blipFill>
        <p:spPr>
          <a:xfrm>
            <a:off x="4389120" y="137160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6400800" cy="914400"/>
          </a:xfrm>
          <a:prstGeom prst="rect">
            <a:avLst/>
          </a:prstGeom>
          <a:solidFill>
            <a:srgbClr val="0F1C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731520"/>
            <a:ext cx="365760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Solutions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logísticas integrales a nivel global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  •  China  •  Colombia  •  Rep. Dominicana  •  Ecuador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EVS Logistics - Tarjeta de Presentación</dc:title>
  <dc:subject>PptxGenJS Presentation</dc:subject>
  <dc:creator>EVS Logistics</dc:creator>
  <cp:lastModifiedBy>EVS Logistics</cp:lastModifiedBy>
  <cp:revision>1</cp:revision>
  <dcterms:created xsi:type="dcterms:W3CDTF">2026-03-31T15:02:39Z</dcterms:created>
  <dcterms:modified xsi:type="dcterms:W3CDTF">2026-03-31T15:02:39Z</dcterms:modified>
</cp:coreProperties>
</file>